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account leads find out late. The signal was there in the client's own emails and meeting turns. We built the thing that reads them so nobody has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what you look at on Monday. The plugin is what you ask on Wednesday. The routine is what makes both true without anyone remembering to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teal path first: routine pulls, ingests, diffs, alerts. Then the grey path: UI and plugin ask the same backend. Point at the scope rule callout.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4 and 5 are the always-on moment; nobody touches the UI. Then open the dashboard and show the line already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tools work in Cowork. The point: nobody opens a dashboard on a Wednesday; they ask the tool they already have open, and the answer cites the client's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Sentiment Radar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agent that reads the client's own words and tells the account lead where the temperature is, where it is heading, and which deadlines it is tied to.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6949440" cy="2926080"/>
          </a:xfrm>
          <a:prstGeom prst="roundRect">
            <a:avLst>
              <a:gd name="adj" fmla="val 3750"/>
            </a:avLst>
          </a:prstGeom>
          <a:solidFill>
            <a:srgbClr val="273241"/>
          </a:solidFill>
          <a:ln w="9525">
            <a:solidFill>
              <a:srgbClr val="3A46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in the hour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033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Track 1 (always-on) and one sharp scope rule: score only what the client says; our replies are context, never signal.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 a data contract in ten minutes, then split into four lanes: data, backend, UI, routine and demo.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FastAPI scorer on Claude with structured outputs, a single-page radar UI, and a Claude Routine that scans on a schedule and reaches out when a contact turns escalating.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an MCP plugin so the same radar answers questions from Claude Code and Cowork.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0" y="31546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F7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210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Token Hoarders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3767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Blue, Andela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Mike, Alex and Aditya, Deloitte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709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Partner Base Camp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F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Hackathon, Track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F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Shack15, San Francisco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F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10,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the client's words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approach: two halves, one scored store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alone is a query tool. The trigger nobody presses is what makes it an always-on agent.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9050">
            <a:solidFill>
              <a:srgbClr val="0F7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Always-on: a Claude Routine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schedule (daily 07:00; hourly for the demo) with nobody asking.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new client emails and transcript turns from the data repo.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POST /ingest so scoring lives in one place; diffs GET /radar against the last run.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out: an alert with the driving quote when a contact turns escalating or the weekly average drops more than 0.3. Otherwise, the cited Monday brief.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Slack or an alerts.json banner. No click required.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B9C2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demand: UI and plugin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UI: six-week trend with deadline markers, contact temperature, client message feed with tone chips and quotes, Brief me, ingest box.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(Claude Code and Cowork): radar_status, radar_contact, radar_search, radar_brief, radar_ingest, radar_diff over the same backend.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"How is the Northwind account feeling this week?" or "Did anything change since Monday's brief?"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the message ids behind it and carries the time of the last scan.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03504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DFF3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6035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rule: only the client's words are scored. Our own replies are context for the brief, never signal for the score.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end to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repo, FastAPI scorer, the routine on the always-on path, UI and plugin on demand</a:t>
            </a:r>
            <a:endParaRPr lang="en-US" sz="1400" dirty="0"/>
          </a:p>
        </p:txBody>
      </p:sp>
      <p:pic>
        <p:nvPicPr>
          <p:cNvPr id="4" name="Image 0" descr="/mnt/user-data/uploads/anthropic-basecamp/basecamp-hackathon-client-sentiment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61695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371600"/>
            <a:ext cx="3063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4813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81051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Sonnet, JSON schema, effort low. One call per client message, cached. Returns score, tone, driving quote, and linked deadline or risk ids.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03920" y="3108960"/>
            <a:ext cx="3063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32186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354787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shape for emails and transcript turns; direction = inbound or outbound. Frozen at minute 10 so four lanes could build in parallel.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03920" y="4846320"/>
            <a:ext cx="3063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0" y="4956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528523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scheduled task reaching the backend through a tunnel. Alert on escalation or a 0.3 drop; daily brief otherwise.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radar, and the two-minute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Retail, Workday HCM rollout: warm at kickoff, a dip after the missed migration deadline, the CFO in red</a:t>
            </a:r>
            <a:endParaRPr lang="en-US" sz="1400" dirty="0"/>
          </a:p>
        </p:txBody>
      </p:sp>
      <p:pic>
        <p:nvPicPr>
          <p:cNvPr id="4" name="Image 0" descr="/mnt/user-data/uploads/anthropic-basecamp/basecamp-hackathon-client-sentiment/docs/mockup-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40664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371600"/>
            <a:ext cx="3246120" cy="493776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508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49640" y="1938528"/>
            <a:ext cx="329184" cy="329184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496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radar: click the week 4 dip, read the CFO's quote.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596896"/>
            <a:ext cx="329184" cy="329184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4964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578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me: three actions, each citing message ids.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3255264"/>
            <a:ext cx="329184" cy="329184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49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979408" y="32369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new escalating email; the line drops, the brief changes.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549640" y="3913632"/>
            <a:ext cx="329184" cy="32918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4964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979408" y="38953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second laptop, commit an email to data/ and fire the routine.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549640" y="4572000"/>
            <a:ext cx="329184" cy="32918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4964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979408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lands in Slack with nobody touching the dashboard.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549640" y="5230368"/>
            <a:ext cx="329184" cy="329184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49640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979408" y="5212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from Claude Code: "How is Northwind feeling this week?"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549640" y="5806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hackathon scaffold, synthetic data, in-memory state. Production shape: same routine against the shared mailbox, posting every morning.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from Claude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exposes the same scored store as tools; every answer cites the client messages behind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949440" cy="5029200"/>
          </a:xfrm>
          <a:prstGeom prst="roundRect">
            <a:avLst>
              <a:gd name="adj" fmla="val 2182"/>
            </a:avLst>
          </a:prstGeom>
          <a:solidFill>
            <a:srgbClr val="1E232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6949440" cy="384048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90472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90472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490472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13716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 ~/basecamp-hackathon-client-sentiment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920240"/>
            <a:ext cx="64922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How is the Northwind account feeling this week?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radar_status(engagement="northwind")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Cooling. Weekly average -0.4, down from +0.5 at kickoff.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drop follows the missed May 19 migration deadline.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Dana Whitfield, CFO: </a:t>
            </a:r>
            <a:pPr indent="0" marL="0">
              <a:buNone/>
            </a:pPr>
            <a:r>
              <a:rPr lang="en-US" sz="10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escalating</a:t>
            </a:r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"I am not prepared to 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 on go-live while payroll data is still wrong." [E-14]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Marcus Lee, HRIS Lead: frustrated about repeat defects,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scope. [E-11, T-3]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 Ruiz, Sponsor: still positive; your ally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re-baselining. [T-3]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At-risk deadline: payroll parallel run sign-off, May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client mentions). Last scan 07:02.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Did anything change since Monday's brief?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radar_diff(since="monday")  -&gt;  2 new client emails scored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 Okafor, Payroll Manager: concerned -&gt; neutral (+0.1).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"Variances are now within tolerance on the second sample."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Dana Whitfield: still escalating (-0.7); copied the steering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committee and asked for a written go-live gate.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Net: delivery signal improving, executive signal not.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 a direct call with Dana before Thursday.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1371600"/>
            <a:ext cx="3703320" cy="50292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you can ask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1965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the steering call with Dana at 2. What do I need to know?"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trajectory, last three quotes, the deadline she tied her position to, one opening line.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834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"Marcus keeps saying we repeat defects. Is that fair?"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 mention in order, distinct versus repeated, which workstream they cluster on.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703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deadlines is the client worried about?"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4069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client mentions and tone, not by the project plan.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4572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the email Dana just sent. How bad is it?"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4937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tone, the driving sentence, what changed since her last message.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5440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"Post the brief to #northwind-account."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5806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Done, with the next scheduled scan time.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Sentiment Radar</dc:title>
  <dc:subject>PptxGenJS Presentation</dc:subject>
  <dc:creator>Token Hoarders</dc:creator>
  <cp:lastModifiedBy>Token Hoarders</cp:lastModifiedBy>
  <cp:revision>1</cp:revision>
  <dcterms:created xsi:type="dcterms:W3CDTF">2026-09-10T22:23:37Z</dcterms:created>
  <dcterms:modified xsi:type="dcterms:W3CDTF">2026-09-10T22:23:37Z</dcterms:modified>
</cp:coreProperties>
</file>